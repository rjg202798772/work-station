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4771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3719830"/>
            <a:ext cx="113284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一个训练批次中：</a:t>
            </a:r>
            <a:endParaRPr lang="zh-CN" altLang="en-US"/>
          </a:p>
          <a:p>
            <a:r>
              <a:rPr lang="zh-CN" altLang="en-US"/>
              <a:t>部件风格器输入的是经过语义分割的点云</a:t>
            </a:r>
            <a:r>
              <a:rPr lang="en-US" altLang="zh-CN"/>
              <a:t>S</a:t>
            </a:r>
            <a:r>
              <a:rPr lang="zh-CN" altLang="en-US"/>
              <a:t>，每个部分会被规范化分解为部件风格和变换</a:t>
            </a:r>
            <a:r>
              <a:rPr lang="en-US" altLang="zh-CN"/>
              <a:t>τ</a:t>
            </a:r>
            <a:r>
              <a:rPr lang="zh-CN" altLang="en-US"/>
              <a:t>，将部件风格输入编码器，得到</a:t>
            </a:r>
            <a:r>
              <a:rPr lang="en-US" altLang="zh-CN"/>
              <a:t>Zj</a:t>
            </a:r>
            <a:r>
              <a:rPr lang="zh-CN" altLang="en-US"/>
              <a:t>和</a:t>
            </a:r>
            <a:r>
              <a:rPr lang="en-US" altLang="zh-CN"/>
              <a:t>Q_</a:t>
            </a:r>
            <a:r>
              <a:rPr lang="en-US" altLang="en-US">
                <a:sym typeface="+mn-ea"/>
              </a:rPr>
              <a:t>ϕ</a:t>
            </a:r>
            <a:r>
              <a:rPr lang="en-US" altLang="zh-CN"/>
              <a:t>j</a:t>
            </a:r>
            <a:r>
              <a:rPr lang="zh-CN" altLang="en-US"/>
              <a:t>后验分布，</a:t>
            </a:r>
            <a:r>
              <a:rPr lang="en-US" altLang="zh-CN"/>
              <a:t>Zj</a:t>
            </a:r>
            <a:r>
              <a:rPr lang="zh-CN" altLang="en-US"/>
              <a:t>是一个向量，它表示的是部件的风格。</a:t>
            </a:r>
            <a:r>
              <a:rPr lang="en-US" altLang="zh-CN"/>
              <a:t>P_ψj</a:t>
            </a:r>
            <a:r>
              <a:rPr lang="zh-CN" altLang="en-US"/>
              <a:t>是一个由</a:t>
            </a:r>
            <a:r>
              <a:rPr lang="en-US" altLang="zh-CN"/>
              <a:t>CNF</a:t>
            </a:r>
            <a:r>
              <a:rPr lang="zh-CN" altLang="en-US"/>
              <a:t>（连续标准化流）</a:t>
            </a:r>
            <a:r>
              <a:rPr lang="zh-CN" altLang="en-US">
                <a:sym typeface="+mn-ea"/>
              </a:rPr>
              <a:t>建模的复杂分布</a:t>
            </a:r>
            <a:r>
              <a:rPr lang="zh-CN" altLang="en-US"/>
              <a:t>，它是先验分布，它最终要符合真实部件风格分布。比较</a:t>
            </a:r>
            <a:r>
              <a:rPr lang="en-US" altLang="zh-CN">
                <a:sym typeface="+mn-ea"/>
              </a:rPr>
              <a:t>Q_</a:t>
            </a:r>
            <a:r>
              <a:rPr lang="en-US" altLang="en-US">
                <a:sym typeface="+mn-ea"/>
              </a:rPr>
              <a:t>ϕ</a:t>
            </a:r>
            <a:r>
              <a:rPr lang="en-US" altLang="zh-CN">
                <a:sym typeface="+mn-ea"/>
              </a:rPr>
              <a:t>j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P_ψj</a:t>
            </a:r>
            <a:r>
              <a:rPr lang="zh-CN" altLang="en-US">
                <a:sym typeface="+mn-ea"/>
              </a:rPr>
              <a:t>的差异得到</a:t>
            </a:r>
            <a:r>
              <a:rPr lang="en-US" altLang="en-US">
                <a:sym typeface="+mn-ea"/>
              </a:rPr>
              <a:t>ℓz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/>
              <a:t>变换采样器部分，</a:t>
            </a:r>
            <a:r>
              <a:rPr lang="en-US" altLang="zh-CN"/>
              <a:t>cIMLE</a:t>
            </a:r>
            <a:r>
              <a:rPr lang="zh-CN" altLang="en-US"/>
              <a:t>接受输入</a:t>
            </a:r>
            <a:r>
              <a:rPr lang="en-US" altLang="zh-CN"/>
              <a:t>Z</a:t>
            </a:r>
            <a:r>
              <a:rPr lang="zh-CN" altLang="en-US"/>
              <a:t>采样</a:t>
            </a:r>
            <a:r>
              <a:rPr lang="en-US" altLang="zh-CN">
                <a:sym typeface="+mn-ea"/>
              </a:rPr>
              <a:t>K</a:t>
            </a:r>
            <a:r>
              <a:rPr lang="" altLang="en-US">
                <a:sym typeface="+mn-ea"/>
              </a:rPr>
              <a:t> </a:t>
            </a:r>
            <a:r>
              <a:rPr lang="zh-CN" altLang="en-US">
                <a:sym typeface="+mn-ea"/>
              </a:rPr>
              <a:t>个独立的随机噪声</a:t>
            </a:r>
            <a:r>
              <a:rPr lang="en-US" altLang="zh-CN">
                <a:sym typeface="+mn-ea"/>
              </a:rPr>
              <a:t>(y_1, y_2, ..., y_k)</a:t>
            </a:r>
            <a:r>
              <a:rPr lang="zh-CN" altLang="en-US">
                <a:sym typeface="+mn-ea"/>
              </a:rPr>
              <a:t>。用当前的条件函数</a:t>
            </a:r>
            <a:r>
              <a:rPr lang="" altLang="en-US">
                <a:sym typeface="+mn-ea"/>
              </a:rPr>
              <a:t> </a:t>
            </a:r>
            <a:r>
              <a:rPr lang="en-US" altLang="zh-CN">
                <a:sym typeface="+mn-ea"/>
              </a:rPr>
              <a:t>τ k = Tθ (z, y_k)</a:t>
            </a:r>
            <a:r>
              <a:rPr lang="zh-CN" altLang="en-US">
                <a:sym typeface="+mn-ea"/>
              </a:rPr>
              <a:t>生成</a:t>
            </a:r>
            <a:r>
              <a:rPr lang="" altLang="en-US">
                <a:sym typeface="+mn-ea"/>
              </a:rPr>
              <a:t> </a:t>
            </a:r>
            <a:r>
              <a:rPr lang="en-US" altLang="zh-CN">
                <a:sym typeface="+mn-ea"/>
              </a:rPr>
              <a:t>K</a:t>
            </a:r>
            <a:r>
              <a:rPr lang="" altLang="en-US">
                <a:sym typeface="+mn-ea"/>
              </a:rPr>
              <a:t> </a:t>
            </a:r>
            <a:r>
              <a:rPr lang="zh-CN" altLang="en-US">
                <a:sym typeface="+mn-ea"/>
              </a:rPr>
              <a:t>个候选变换参数。和</a:t>
            </a:r>
            <a:r>
              <a:rPr lang="en-US" altLang="zh-CN">
                <a:sym typeface="+mn-ea"/>
              </a:rPr>
              <a:t>	</a:t>
            </a:r>
            <a:r>
              <a:rPr lang="zh-CN" altLang="en-US">
                <a:sym typeface="+mn-ea"/>
              </a:rPr>
              <a:t>前面规范化分解得到的变换</a:t>
            </a:r>
            <a:r>
              <a:rPr lang="en-US" altLang="zh-CN">
                <a:sym typeface="+mn-ea"/>
              </a:rPr>
              <a:t>τ</a:t>
            </a:r>
            <a:r>
              <a:rPr lang="zh-CN" altLang="en-US">
                <a:sym typeface="+mn-ea"/>
              </a:rPr>
              <a:t>计算</a:t>
            </a:r>
            <a:r>
              <a:rPr lang="" altLang="en-US">
                <a:sym typeface="+mn-ea"/>
              </a:rPr>
              <a:t>ℓ</a:t>
            </a:r>
            <a:r>
              <a:rPr lang="en-US">
                <a:sym typeface="+mn-ea"/>
              </a:rPr>
              <a:t>fit</a:t>
            </a:r>
            <a:r>
              <a:rPr lang="zh-CN" altLang="en-US">
                <a:sym typeface="+mn-ea"/>
              </a:rPr>
              <a:t>，取最小的</a:t>
            </a:r>
            <a:r>
              <a:rPr lang="" altLang="en-US">
                <a:sym typeface="+mn-ea"/>
              </a:rPr>
              <a:t>ℓ</a:t>
            </a:r>
            <a:r>
              <a:rPr lang="en-US">
                <a:sym typeface="+mn-ea"/>
              </a:rPr>
              <a:t>fit</a:t>
            </a:r>
            <a:r>
              <a:rPr lang="zh-CN" altLang="en-US">
                <a:sym typeface="+mn-ea"/>
              </a:rPr>
              <a:t>作为损失</a:t>
            </a:r>
            <a:r>
              <a:rPr lang="en-US" altLang="en-US">
                <a:sym typeface="+mn-ea"/>
              </a:rPr>
              <a:t>ℓ</a:t>
            </a:r>
            <a:r>
              <a:rPr lang="en-US" altLang="zh-CN">
                <a:sym typeface="+mn-ea"/>
              </a:rPr>
              <a:t>τ</a:t>
            </a:r>
            <a:r>
              <a:rPr lang="zh-CN" altLang="en-US">
                <a:sym typeface="+mn-ea"/>
              </a:rPr>
              <a:t>。</a:t>
            </a:r>
            <a:r>
              <a:rPr lang="en-US" altLang="zh-CN">
                <a:sym typeface="+mn-ea"/>
              </a:rPr>
              <a:t>Pθ(T|Z)</a:t>
            </a:r>
            <a:r>
              <a:rPr lang="zh-CN" altLang="en-US">
                <a:sym typeface="+mn-ea"/>
              </a:rPr>
              <a:t>是由</a:t>
            </a:r>
            <a:r>
              <a:rPr lang="en-US" altLang="zh-CN">
                <a:sym typeface="+mn-ea"/>
              </a:rPr>
              <a:t>Tθ (z, y_k)</a:t>
            </a:r>
            <a:r>
              <a:rPr lang="" altLang="en-US">
                <a:sym typeface="+mn-ea"/>
              </a:rPr>
              <a:t> </a:t>
            </a:r>
            <a:r>
              <a:rPr lang="zh-CN" altLang="en-US">
                <a:sym typeface="+mn-ea"/>
              </a:rPr>
              <a:t>诱导出的</a:t>
            </a:r>
            <a:r>
              <a:rPr lang="en-US" altLang="zh-CN">
                <a:sym typeface="+mn-ea"/>
              </a:rPr>
              <a:t> “T</a:t>
            </a:r>
            <a:r>
              <a:rPr lang="" altLang="en-US">
                <a:sym typeface="+mn-ea"/>
              </a:rPr>
              <a:t> </a:t>
            </a:r>
            <a:r>
              <a:rPr lang="zh-CN" altLang="en-US">
                <a:sym typeface="+mn-ea"/>
              </a:rPr>
              <a:t>的统计规律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，是一个隐式条件分布。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交叉扩散网络部分输入的是最初的</a:t>
            </a:r>
            <a:r>
              <a:rPr lang="zh-CN" altLang="en-US">
                <a:sym typeface="+mn-ea"/>
              </a:rPr>
              <a:t>经过语义分割的点云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、部件风格集合</a:t>
            </a:r>
            <a:r>
              <a:rPr lang="en-US" altLang="zh-CN">
                <a:sym typeface="+mn-ea"/>
              </a:rPr>
              <a:t> z</a:t>
            </a:r>
            <a:r>
              <a:rPr lang="zh-CN" altLang="en-US">
                <a:sym typeface="+mn-ea"/>
              </a:rPr>
              <a:t>和部件变换集合</a:t>
            </a:r>
            <a:r>
              <a:rPr lang="en-US" altLang="zh-CN">
                <a:sym typeface="+mn-ea"/>
              </a:rPr>
              <a:t> τ</a:t>
            </a:r>
            <a:r>
              <a:rPr lang="zh-CN" altLang="en-US">
                <a:sym typeface="+mn-ea"/>
              </a:rPr>
              <a:t>，随机选取一个时间步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，对每个点按照其所属的部件采样随机噪声</a:t>
            </a:r>
            <a:r>
              <a:rPr lang="en-US" altLang="zh-CN">
                <a:sym typeface="+mn-ea"/>
              </a:rPr>
              <a:t>ε∼N(0,I)</a:t>
            </a:r>
            <a:r>
              <a:rPr lang="zh-CN" altLang="en-US">
                <a:sym typeface="+mn-ea"/>
              </a:rPr>
              <a:t>，利用公式直接加噪到第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步的带噪点</a:t>
            </a:r>
            <a:r>
              <a:rPr lang="en-US" altLang="zh-CN">
                <a:sym typeface="+mn-ea"/>
              </a:rPr>
              <a:t>x (t)</a:t>
            </a:r>
            <a:r>
              <a:rPr lang="zh-CN" altLang="en-US">
                <a:sym typeface="+mn-ea"/>
              </a:rPr>
              <a:t>，将其与条件信息</a:t>
            </a:r>
            <a:r>
              <a:rPr lang="en-US" altLang="zh-CN">
                <a:sym typeface="+mn-ea"/>
              </a:rPr>
              <a:t> (zj,τj,j,t) </a:t>
            </a:r>
            <a:r>
              <a:rPr lang="zh-CN" altLang="en-US">
                <a:sym typeface="+mn-ea"/>
              </a:rPr>
              <a:t>一起输入去噪网络</a:t>
            </a:r>
            <a:r>
              <a:rPr lang="en-US" altLang="zh-CN">
                <a:sym typeface="+mn-ea"/>
              </a:rPr>
              <a:t> </a:t>
            </a:r>
            <a:r>
              <a:rPr lang="zh-CN">
                <a:sym typeface="+mn-ea"/>
              </a:rPr>
              <a:t>，得到预测噪声</a:t>
            </a:r>
            <a:r>
              <a:rPr lang="en-US" altLang="zh-CN">
                <a:sym typeface="+mn-ea"/>
              </a:rPr>
              <a:t>ε</a:t>
            </a:r>
            <a:r>
              <a:rPr lang="" altLang="en-US">
                <a:sym typeface="+mn-ea"/>
              </a:rPr>
              <a:t>ϕ</a:t>
            </a:r>
            <a:r>
              <a:rPr 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比较预测噪声与真实</a:t>
            </a:r>
            <a:r>
              <a:rPr lang="en-US" altLang="zh-CN">
                <a:sym typeface="+mn-ea"/>
              </a:rPr>
              <a:t> ε </a:t>
            </a:r>
            <a:r>
              <a:rPr lang="zh-CN" altLang="en-US">
                <a:sym typeface="+mn-ea"/>
              </a:rPr>
              <a:t>的差异得到</a:t>
            </a:r>
            <a:r>
              <a:rPr lang="en-US" altLang="en-US">
                <a:sym typeface="+mn-ea"/>
              </a:rPr>
              <a:t>ℓcross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最后计算总损失</a:t>
            </a:r>
            <a:r>
              <a:rPr lang="" altLang="en-US">
                <a:sym typeface="+mn-ea"/>
              </a:rPr>
              <a:t>ℓ</a:t>
            </a:r>
            <a:r>
              <a:rPr lang="en-US" altLang="zh-CN">
                <a:sym typeface="+mn-ea"/>
              </a:rPr>
              <a:t>total=</a:t>
            </a:r>
            <a:r>
              <a:rPr lang="" altLang="en-US">
                <a:sym typeface="+mn-ea"/>
              </a:rPr>
              <a:t>ℓ</a:t>
            </a:r>
            <a:r>
              <a:rPr lang="en-US" altLang="zh-CN">
                <a:sym typeface="+mn-ea"/>
              </a:rPr>
              <a:t>cross+λ1*</a:t>
            </a:r>
            <a:r>
              <a:rPr lang="" altLang="en-US">
                <a:sym typeface="+mn-ea"/>
              </a:rPr>
              <a:t>ℓ</a:t>
            </a:r>
            <a:r>
              <a:rPr lang="en-US" altLang="zh-CN">
                <a:sym typeface="+mn-ea"/>
              </a:rPr>
              <a:t>Z+λ2*</a:t>
            </a:r>
            <a:r>
              <a:rPr lang="" altLang="en-US">
                <a:sym typeface="+mn-ea"/>
              </a:rPr>
              <a:t>ℓ</a:t>
            </a:r>
            <a:r>
              <a:rPr lang="en-US" altLang="zh-CN">
                <a:sym typeface="+mn-ea"/>
              </a:rPr>
              <a:t>τ</a:t>
            </a:r>
            <a:r>
              <a:rPr lang="zh-CN" altLang="en-US">
                <a:sym typeface="+mn-ea"/>
              </a:rPr>
              <a:t>，再反向传播更新所有训练参数</a:t>
            </a:r>
            <a:endParaRPr lang="zh-CN" altLang="en-US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3451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62280" y="3851275"/>
            <a:ext cx="100768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生成阶段中，不需要输入，对于每一个语义部件</a:t>
            </a:r>
            <a:r>
              <a:rPr lang="en-US" altLang="zh-CN"/>
              <a:t> j</a:t>
            </a:r>
            <a:r>
              <a:rPr lang="zh-CN" altLang="en-US"/>
              <a:t>调用训练好的先验分布</a:t>
            </a:r>
            <a:r>
              <a:rPr lang="en-US" altLang="zh-CN">
                <a:sym typeface="+mn-ea"/>
              </a:rPr>
              <a:t>P_ψj</a:t>
            </a:r>
            <a:r>
              <a:rPr lang="zh-CN" altLang="en-US">
                <a:sym typeface="+mn-ea"/>
              </a:rPr>
              <a:t>，从该分布中采样一个随机的风格潜在代码</a:t>
            </a:r>
            <a:r>
              <a:rPr lang="en-US" altLang="zh-CN">
                <a:sym typeface="+mn-ea"/>
              </a:rPr>
              <a:t> z_j</a:t>
            </a:r>
            <a:r>
              <a:rPr lang="zh-CN" altLang="en-US">
                <a:sym typeface="+mn-ea"/>
              </a:rPr>
              <a:t>，得到部件风格代码集合</a:t>
            </a:r>
            <a:r>
              <a:rPr lang="en-US" altLang="zh-CN">
                <a:sym typeface="+mn-ea"/>
              </a:rPr>
              <a:t> Z = {z_1, z_2, ..., z_m}</a:t>
            </a:r>
            <a:r>
              <a:rPr lang="zh-CN" altLang="en-US">
                <a:sym typeface="+mn-ea"/>
              </a:rPr>
              <a:t>。（在这一步，我们可以人为选择特定的</a:t>
            </a:r>
            <a:r>
              <a:rPr lang="en-US" altLang="zh-CN">
                <a:sym typeface="+mn-ea"/>
              </a:rPr>
              <a:t>z_j</a:t>
            </a:r>
            <a:r>
              <a:rPr lang="zh-CN" altLang="en-US">
                <a:sym typeface="+mn-ea"/>
              </a:rPr>
              <a:t>来控制部件的风格。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Z</a:t>
            </a:r>
            <a:r>
              <a:rPr lang="zh-CN" altLang="en-US">
                <a:sym typeface="+mn-ea"/>
              </a:rPr>
              <a:t>输入变换采样器，采样一个随机噪声向量</a:t>
            </a:r>
            <a:r>
              <a:rPr lang="en-US" altLang="zh-CN">
                <a:sym typeface="+mn-ea"/>
              </a:rPr>
              <a:t> y ~ N(0, I)</a:t>
            </a:r>
            <a:r>
              <a:rPr lang="zh-CN" altLang="en-US">
                <a:sym typeface="+mn-ea"/>
              </a:rPr>
              <a:t>，将</a:t>
            </a:r>
            <a:r>
              <a:rPr lang="en-US" altLang="zh-CN">
                <a:sym typeface="+mn-ea"/>
              </a:rPr>
              <a:t> (Z, y) </a:t>
            </a:r>
            <a:r>
              <a:rPr lang="zh-CN" altLang="en-US">
                <a:sym typeface="+mn-ea"/>
              </a:rPr>
              <a:t>输入训练好的变换采样器网络</a:t>
            </a:r>
            <a:r>
              <a:rPr lang="en-US" altLang="zh-CN">
                <a:sym typeface="+mn-ea"/>
              </a:rPr>
              <a:t> T_θ</a:t>
            </a:r>
            <a:r>
              <a:rPr lang="zh-CN" altLang="en-US">
                <a:sym typeface="+mn-ea"/>
              </a:rPr>
              <a:t>得到</a:t>
            </a:r>
            <a:r>
              <a:rPr lang="en-US" altLang="zh-CN">
                <a:sym typeface="+mn-ea"/>
              </a:rPr>
              <a:t>τ = T_θ(Z, y)=</a:t>
            </a:r>
            <a:r>
              <a:rPr lang="en-US" altLang="zh-CN">
                <a:sym typeface="+mn-ea"/>
              </a:rPr>
              <a:t>{τ_1, τ_2, ..., τ_m}</a:t>
            </a:r>
            <a:r>
              <a:rPr lang="zh-CN" altLang="en-US">
                <a:sym typeface="+mn-ea"/>
              </a:rPr>
              <a:t>。（这一步我们也可以手动修改）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Z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τ</a:t>
            </a:r>
            <a:r>
              <a:rPr lang="zh-CN" altLang="en-US">
                <a:sym typeface="+mn-ea"/>
              </a:rPr>
              <a:t>输入交叉扩散网络，对于每个部件</a:t>
            </a:r>
            <a:r>
              <a:rPr lang="en-US" altLang="zh-CN">
                <a:sym typeface="+mn-ea"/>
              </a:rPr>
              <a:t> j</a:t>
            </a:r>
            <a:r>
              <a:rPr lang="zh-CN" altLang="en-US">
                <a:sym typeface="+mn-ea"/>
              </a:rPr>
              <a:t>，根据其变换参数</a:t>
            </a:r>
            <a:r>
              <a:rPr lang="en-US" altLang="zh-CN">
                <a:sym typeface="+mn-ea"/>
              </a:rPr>
              <a:t> τ_j = (c_j, s_j)</a:t>
            </a:r>
            <a:r>
              <a:rPr lang="zh-CN" altLang="en-US">
                <a:sym typeface="+mn-ea"/>
              </a:rPr>
              <a:t>，从分布</a:t>
            </a:r>
            <a:r>
              <a:rPr lang="en-US" altLang="zh-CN">
                <a:sym typeface="+mn-ea"/>
              </a:rPr>
              <a:t> N(c_j, Diag(s_j^2)) </a:t>
            </a:r>
            <a:r>
              <a:rPr lang="zh-CN" altLang="en-US">
                <a:sym typeface="+mn-ea"/>
              </a:rPr>
              <a:t>中采样一团点云。将所有部件的噪声点云合并，得到初始的、充满噪声的完整点云</a:t>
            </a:r>
            <a:r>
              <a:rPr lang="en-US" altLang="zh-CN">
                <a:sym typeface="+mn-ea"/>
              </a:rPr>
              <a:t> S^(T)</a:t>
            </a:r>
            <a:r>
              <a:rPr lang="zh-CN" altLang="en-US">
                <a:sym typeface="+mn-ea"/>
              </a:rPr>
              <a:t>。在每一次迭代中，将当前带噪点云</a:t>
            </a:r>
            <a:r>
              <a:rPr lang="en-US" altLang="zh-CN">
                <a:sym typeface="+mn-ea"/>
              </a:rPr>
              <a:t> S^(t)</a:t>
            </a:r>
            <a:r>
              <a:rPr lang="zh-CN" altLang="en-US">
                <a:sym typeface="+mn-ea"/>
              </a:rPr>
              <a:t>、时间步</a:t>
            </a:r>
            <a:r>
              <a:rPr lang="en-US" altLang="zh-CN">
                <a:sym typeface="+mn-ea"/>
              </a:rPr>
              <a:t> t </a:t>
            </a:r>
            <a:r>
              <a:rPr lang="zh-CN" altLang="en-US">
                <a:sym typeface="+mn-ea"/>
              </a:rPr>
              <a:t>以及条件</a:t>
            </a:r>
            <a:r>
              <a:rPr lang="en-US" altLang="zh-CN">
                <a:sym typeface="+mn-ea"/>
              </a:rPr>
              <a:t> (Z, τ) </a:t>
            </a:r>
            <a:r>
              <a:rPr lang="zh-CN" altLang="en-US">
                <a:sym typeface="+mn-ea"/>
              </a:rPr>
              <a:t>和每个点的部件标签</a:t>
            </a:r>
            <a:r>
              <a:rPr lang="en-US" altLang="zh-CN">
                <a:sym typeface="+mn-ea"/>
              </a:rPr>
              <a:t> j </a:t>
            </a:r>
            <a:r>
              <a:rPr lang="zh-CN" altLang="en-US">
                <a:sym typeface="+mn-ea"/>
              </a:rPr>
              <a:t>输入训练好的去噪网络</a:t>
            </a:r>
            <a:r>
              <a:rPr lang="en-US" altLang="zh-CN">
                <a:sym typeface="+mn-ea"/>
              </a:rPr>
              <a:t> ε_φ</a:t>
            </a:r>
            <a:r>
              <a:rPr lang="zh-CN" altLang="en-US">
                <a:sym typeface="+mn-ea"/>
              </a:rPr>
              <a:t>，预测噪声，根据预测的噪声，通过去噪公式计算出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更干净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的点云</a:t>
            </a:r>
            <a:r>
              <a:rPr lang="en-US" altLang="zh-CN">
                <a:sym typeface="+mn-ea"/>
              </a:rPr>
              <a:t> S^(t-1)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34512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1003</Words>
  <Application>WPS 演示</Application>
  <PresentationFormat>宽屏</PresentationFormat>
  <Paragraphs>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黄涨雷</dc:creator>
  <cp:lastModifiedBy>小在</cp:lastModifiedBy>
  <cp:revision>6</cp:revision>
  <dcterms:created xsi:type="dcterms:W3CDTF">2023-08-09T12:44:00Z</dcterms:created>
  <dcterms:modified xsi:type="dcterms:W3CDTF">2025-12-02T07:45:52Z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840D3951C62D4C7684A62092CA721246_12</vt:lpwstr>
  </property>
</Properties>
</file>