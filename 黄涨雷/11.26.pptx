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07695" y="2457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/>
              <a:t>PCN</a:t>
            </a:r>
            <a:endParaRPr lang="en-US" altLang="zh-CN" sz="5400"/>
          </a:p>
        </p:txBody>
      </p:sp>
      <p:sp>
        <p:nvSpPr>
          <p:cNvPr id="7" name="文本框 6"/>
          <p:cNvSpPr txBox="1"/>
          <p:nvPr/>
        </p:nvSpPr>
        <p:spPr>
          <a:xfrm>
            <a:off x="607695" y="1303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汽车的初始残缺点云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695" y="1918970"/>
            <a:ext cx="8639175" cy="3648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25" y="2414270"/>
            <a:ext cx="7877175" cy="33051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47140" y="1176655"/>
            <a:ext cx="104533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 altLang="en-US"/>
              <a:t>汽车的生成点云，生成格式为</a:t>
            </a:r>
            <a:r>
              <a:rPr lang="en-US" altLang="zh-CN"/>
              <a:t>ply</a:t>
            </a:r>
            <a:r>
              <a:rPr lang="zh-CN" altLang="en-US"/>
              <a:t>，在</a:t>
            </a:r>
            <a:r>
              <a:rPr lang="en-US" altLang="zh-CN"/>
              <a:t>cloudcompare</a:t>
            </a:r>
            <a:r>
              <a:rPr lang="zh-CN" altLang="en-US"/>
              <a:t>显示。</a:t>
            </a:r>
            <a:endParaRPr lang="zh-CN" altLang="en-US"/>
          </a:p>
          <a:p>
            <a:r>
              <a:rPr lang="en-US" altLang="zh-CN"/>
              <a:t>        </a:t>
            </a:r>
            <a:r>
              <a:rPr lang="zh-CN" altLang="en-US"/>
              <a:t>原代码采用的是可视化逻辑，我在服务器上运行代码，服务器是无图形界面的环境，修改了代码逻辑，将结果生成</a:t>
            </a:r>
            <a:r>
              <a:rPr lang="en-US" altLang="zh-CN"/>
              <a:t>ply</a:t>
            </a:r>
            <a:r>
              <a:rPr lang="zh-CN" altLang="en-US"/>
              <a:t>格式文件保存。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871855" y="6292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/>
              <a:t>diffFacto</a:t>
            </a:r>
            <a:endParaRPr lang="en-US" altLang="zh-CN" sz="5400"/>
          </a:p>
        </p:txBody>
      </p:sp>
      <p:sp>
        <p:nvSpPr>
          <p:cNvPr id="6" name="文本框 5"/>
          <p:cNvSpPr txBox="1"/>
          <p:nvPr/>
        </p:nvSpPr>
        <p:spPr>
          <a:xfrm>
            <a:off x="932815" y="1765300"/>
            <a:ext cx="110521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diffFacto</a:t>
            </a:r>
            <a:r>
              <a:rPr lang="zh-CN" altLang="en-US"/>
              <a:t>生成的是</a:t>
            </a:r>
            <a:r>
              <a:rPr lang="en-US" altLang="zh-CN"/>
              <a:t>npz</a:t>
            </a:r>
            <a:r>
              <a:rPr lang="zh-CN" altLang="en-US"/>
              <a:t>文件。生成</a:t>
            </a:r>
            <a:r>
              <a:rPr lang="en-US" altLang="zh-CN"/>
              <a:t> npz </a:t>
            </a:r>
            <a:r>
              <a:rPr lang="zh-CN" altLang="en-US"/>
              <a:t>的输入链路：用户输入（命令行</a:t>
            </a:r>
            <a:r>
              <a:rPr lang="en-US" altLang="zh-CN"/>
              <a:t>+</a:t>
            </a:r>
            <a:r>
              <a:rPr lang="zh-CN" altLang="en-US"/>
              <a:t>配置文件）命令：</a:t>
            </a:r>
            <a:r>
              <a:rPr lang="en-US" altLang="zh-CN"/>
              <a:t>python tools/run_net.py --config-file configs/gen_chair.py --task val --prefix gen_chair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加载预训练权重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模型生成噪声</a:t>
            </a:r>
            <a:r>
              <a:rPr lang="en-US" altLang="zh-CN"/>
              <a:t>/</a:t>
            </a:r>
            <a:r>
              <a:rPr lang="zh-CN" altLang="en-US"/>
              <a:t>读取参考点云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结合类别</a:t>
            </a:r>
            <a:r>
              <a:rPr lang="en-US" altLang="zh-CN"/>
              <a:t>/</a:t>
            </a:r>
            <a:r>
              <a:rPr lang="zh-CN" altLang="en-US"/>
              <a:t>部件条件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扩散生成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输出</a:t>
            </a:r>
            <a:r>
              <a:rPr lang="en-US" altLang="zh-CN"/>
              <a:t>npz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33450" y="2931795"/>
            <a:ext cx="11050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</a:t>
            </a:r>
            <a:r>
              <a:rPr lang="zh-CN" altLang="en-US"/>
              <a:t>生成的</a:t>
            </a:r>
            <a:r>
              <a:rPr lang="en-US" altLang="zh-CN"/>
              <a:t>npz</a:t>
            </a:r>
            <a:r>
              <a:rPr lang="zh-CN" altLang="en-US"/>
              <a:t>文件本质是</a:t>
            </a:r>
            <a:r>
              <a:rPr lang="en-US" altLang="zh-CN"/>
              <a:t> “</a:t>
            </a:r>
            <a:r>
              <a:rPr lang="zh-CN" altLang="en-US"/>
              <a:t>生成任务全流程的数据快照</a:t>
            </a:r>
            <a:r>
              <a:rPr lang="en-US" altLang="zh-CN"/>
              <a:t>”—— </a:t>
            </a:r>
            <a:r>
              <a:rPr lang="zh-CN" altLang="en-US"/>
              <a:t>它不仅包含最终生成结果，还记录了从</a:t>
            </a:r>
            <a:r>
              <a:rPr lang="en-US" altLang="zh-CN"/>
              <a:t> “</a:t>
            </a:r>
            <a:r>
              <a:rPr lang="zh-CN" altLang="en-US"/>
              <a:t>初始噪声</a:t>
            </a:r>
            <a:r>
              <a:rPr lang="en-US" altLang="zh-CN"/>
              <a:t>” </a:t>
            </a:r>
            <a:r>
              <a:rPr lang="zh-CN" altLang="en-US"/>
              <a:t>到</a:t>
            </a:r>
            <a:r>
              <a:rPr lang="en-US" altLang="zh-CN"/>
              <a:t> “</a:t>
            </a:r>
            <a:r>
              <a:rPr lang="zh-CN" altLang="en-US"/>
              <a:t>最终点云</a:t>
            </a:r>
            <a:r>
              <a:rPr lang="en-US" altLang="zh-CN"/>
              <a:t>” </a:t>
            </a:r>
            <a:r>
              <a:rPr lang="zh-CN" altLang="en-US"/>
              <a:t>的完整生成过程、参考基准、结构约束参数等。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52905" y="4300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92300"/>
            <a:ext cx="12192000" cy="42894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2410" y="1055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npz</a:t>
            </a:r>
            <a:r>
              <a:rPr lang="zh-CN" altLang="en-US"/>
              <a:t>文件所含内容信息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62280" y="598805"/>
            <a:ext cx="6419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设计了一个代码，实现</a:t>
            </a:r>
            <a:r>
              <a:rPr lang="en-US" altLang="zh-CN"/>
              <a:t>npz</a:t>
            </a:r>
            <a:r>
              <a:rPr lang="zh-CN" altLang="en-US"/>
              <a:t>内椅子点云的可视化。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2280" y="967105"/>
            <a:ext cx="9269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红色点云为生成任务的输入点云，蓝色点云为生成点云，绿色点云为真实参考点云。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1732280"/>
            <a:ext cx="4876800" cy="2076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940" y="1732280"/>
            <a:ext cx="5219700" cy="22574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0" y="3808730"/>
            <a:ext cx="4972050" cy="22574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610" y="4027805"/>
            <a:ext cx="4657725" cy="20383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62280" y="13639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以下为</a:t>
            </a:r>
            <a:r>
              <a:rPr lang="en-US" altLang="zh-CN"/>
              <a:t>128</a:t>
            </a:r>
            <a:r>
              <a:rPr lang="zh-CN" altLang="en-US"/>
              <a:t>个点云的部分点云：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WPS 演示</Application>
  <PresentationFormat>宽屏</PresentationFormat>
  <Paragraphs>21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Arial Unicode MS</vt:lpstr>
      <vt:lpstr>Calibri</vt:lpstr>
      <vt:lpstr>微软雅黑</vt:lpstr>
      <vt:lpstr>Inter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黄涨雷</dc:creator>
  <cp:lastModifiedBy>小在</cp:lastModifiedBy>
  <cp:revision>5</cp:revision>
  <dcterms:created xsi:type="dcterms:W3CDTF">2023-08-09T12:44:00Z</dcterms:created>
  <dcterms:modified xsi:type="dcterms:W3CDTF">2025-11-26T14:09:36Z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386CDC58FF6E411792B75B54B9A33DF9_12</vt:lpwstr>
  </property>
</Properties>
</file>