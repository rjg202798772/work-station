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4" r:id="rId6"/>
    <p:sldId id="265" r:id="rId7"/>
    <p:sldId id="257" r:id="rId8"/>
    <p:sldId id="261" r:id="rId9"/>
    <p:sldId id="260" r:id="rId10"/>
    <p:sldId id="262" r:id="rId11"/>
    <p:sldId id="26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9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tags" Target="../tags/tag7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12.12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Shap-E</a:t>
            </a:r>
            <a:r>
              <a:rPr lang="zh-CN" altLang="en-US"/>
              <a:t>文本生成</a:t>
            </a:r>
            <a:r>
              <a:rPr lang="en-US" altLang="zh-CN"/>
              <a:t>mesh</a:t>
            </a:r>
            <a:r>
              <a:rPr lang="zh-CN" altLang="en-US"/>
              <a:t>效果</a:t>
            </a:r>
            <a:endParaRPr lang="zh-CN" altLang="en-US"/>
          </a:p>
        </p:txBody>
      </p:sp>
      <p:pic>
        <p:nvPicPr>
          <p:cNvPr id="4" name="图片 3" descr="微信图片_20251125163012_72_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975" y="1488440"/>
            <a:ext cx="1335405" cy="4438650"/>
          </a:xfrm>
          <a:prstGeom prst="rect">
            <a:avLst/>
          </a:prstGeom>
        </p:spPr>
      </p:pic>
      <p:pic>
        <p:nvPicPr>
          <p:cNvPr id="5" name="图片 4" descr="微信图片_20251125163448_73_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805" y="1488440"/>
            <a:ext cx="1234440" cy="4485005"/>
          </a:xfrm>
          <a:prstGeom prst="rect">
            <a:avLst/>
          </a:prstGeom>
        </p:spPr>
      </p:pic>
      <p:pic>
        <p:nvPicPr>
          <p:cNvPr id="6" name="图片 5" descr="微信图片_20251125164042_74_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770" y="1605915"/>
            <a:ext cx="1459230" cy="450659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32525" y="3674745"/>
            <a:ext cx="5113020" cy="1395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对应文本分别是：</a:t>
            </a:r>
            <a:r>
              <a:rPr lang="en-US" altLang="zh-CN"/>
              <a:t>a goose,</a:t>
            </a:r>
            <a:endParaRPr lang="en-US" altLang="zh-CN"/>
          </a:p>
          <a:p>
            <a:r>
              <a:rPr lang="en-US" altLang="zh-CN"/>
              <a:t>an apple, a person riding a horse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Shap-E</a:t>
            </a:r>
            <a:r>
              <a:rPr lang="zh-CN" altLang="en-US"/>
              <a:t>单图生成</a:t>
            </a:r>
            <a:r>
              <a:rPr lang="en-US" altLang="zh-CN"/>
              <a:t>mesh</a:t>
            </a:r>
            <a:r>
              <a:rPr lang="zh-CN" altLang="en-US"/>
              <a:t>效果</a:t>
            </a:r>
            <a:endParaRPr lang="zh-CN" altLang="en-US"/>
          </a:p>
        </p:txBody>
      </p:sp>
      <p:pic>
        <p:nvPicPr>
          <p:cNvPr id="4" name="图片 3" descr="微信图片_20251125164943_75_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280" y="793115"/>
            <a:ext cx="1378585" cy="5412105"/>
          </a:xfrm>
          <a:prstGeom prst="rect">
            <a:avLst/>
          </a:prstGeom>
        </p:spPr>
      </p:pic>
      <p:pic>
        <p:nvPicPr>
          <p:cNvPr id="5" name="图片 4" descr="微信图片_20251125164959_76_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885" y="2280920"/>
            <a:ext cx="3076575" cy="30765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向编码器输入该</a:t>
            </a:r>
            <a:r>
              <a:rPr lang="en-US" altLang="zh-CN" sz="3200"/>
              <a:t>3D</a:t>
            </a:r>
            <a:r>
              <a:rPr lang="zh-CN" altLang="en-US" sz="3200"/>
              <a:t>模型的两种独立表示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5810" y="1939290"/>
            <a:ext cx="5859145" cy="42398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点云：</a:t>
            </a:r>
            <a:r>
              <a:rPr lang="en-US" altLang="zh-CN"/>
              <a:t> </a:t>
            </a:r>
            <a:r>
              <a:rPr lang="zh-CN" altLang="en-US"/>
              <a:t>对于每个</a:t>
            </a:r>
            <a:r>
              <a:rPr lang="en-US" altLang="zh-CN"/>
              <a:t>3D</a:t>
            </a:r>
            <a:r>
              <a:rPr lang="zh-CN" altLang="en-US"/>
              <a:t>资产，预先计算一个包含</a:t>
            </a:r>
            <a:r>
              <a:rPr lang="en-US" altLang="zh-CN"/>
              <a:t>16384</a:t>
            </a:r>
            <a:r>
              <a:rPr lang="zh-CN" altLang="en-US"/>
              <a:t>个点的</a:t>
            </a:r>
            <a:r>
              <a:rPr lang="en-US" altLang="zh-CN"/>
              <a:t>RGB</a:t>
            </a:r>
            <a:r>
              <a:rPr lang="zh-CN" altLang="en-US"/>
              <a:t>点云。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多视角点云：</a:t>
            </a:r>
            <a:r>
              <a:rPr lang="en-US" altLang="zh-CN"/>
              <a:t> </a:t>
            </a:r>
            <a:r>
              <a:rPr lang="zh-CN" altLang="en-US"/>
              <a:t>不仅生成点云数据，还会从随机角度以</a:t>
            </a:r>
            <a:r>
              <a:rPr lang="en-US" altLang="zh-CN"/>
              <a:t> 256</a:t>
            </a:r>
            <a:r>
              <a:rPr lang="en-US" altLang="en-US"/>
              <a:t>×</a:t>
            </a:r>
            <a:r>
              <a:rPr lang="en-US" altLang="zh-CN"/>
              <a:t> 256</a:t>
            </a:r>
            <a:r>
              <a:rPr lang="zh-CN" altLang="en-US"/>
              <a:t>分辨率渲染每个</a:t>
            </a:r>
            <a:r>
              <a:rPr lang="en-US" altLang="zh-CN"/>
              <a:t>3D</a:t>
            </a:r>
            <a:r>
              <a:rPr lang="zh-CN" altLang="en-US"/>
              <a:t>资产的</a:t>
            </a:r>
            <a:r>
              <a:rPr lang="en-US" altLang="zh-CN"/>
              <a:t>20</a:t>
            </a:r>
            <a:r>
              <a:rPr lang="zh-CN" altLang="en-US"/>
              <a:t>个视角。通过为每个前景像素添加（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en-US" altLang="zh-CN"/>
              <a:t>z</a:t>
            </a:r>
            <a:r>
              <a:rPr lang="zh-CN" altLang="en-US"/>
              <a:t>）表面坐标，生成</a:t>
            </a:r>
            <a:r>
              <a:rPr lang="en-US" altLang="zh-CN"/>
              <a:t>256 </a:t>
            </a:r>
            <a:r>
              <a:rPr lang="en-US" altLang="en-US"/>
              <a:t>×</a:t>
            </a:r>
            <a:r>
              <a:rPr lang="en-US" altLang="zh-CN"/>
              <a:t>256 </a:t>
            </a:r>
            <a:r>
              <a:rPr lang="en-US" altLang="en-US"/>
              <a:t>×</a:t>
            </a:r>
            <a:r>
              <a:rPr lang="en-US" altLang="zh-CN"/>
              <a:t> 7</a:t>
            </a:r>
            <a:r>
              <a:rPr lang="zh-CN" altLang="en-US"/>
              <a:t>的增强图像。将</a:t>
            </a:r>
            <a:r>
              <a:rPr lang="en-US" altLang="zh-CN"/>
              <a:t>8 </a:t>
            </a:r>
            <a:r>
              <a:rPr lang="en-US" altLang="en-US"/>
              <a:t>×</a:t>
            </a:r>
            <a:r>
              <a:rPr lang="en-US" altLang="zh-CN"/>
              <a:t> 8</a:t>
            </a:r>
            <a:r>
              <a:rPr lang="zh-CN" altLang="en-US"/>
              <a:t>图像块嵌入这些增强渲染图后，最终得到包含</a:t>
            </a:r>
            <a:r>
              <a:rPr lang="en-US" altLang="zh-CN"/>
              <a:t>20,480</a:t>
            </a:r>
            <a:r>
              <a:rPr lang="zh-CN" altLang="en-US"/>
              <a:t>个向量的序列，构成完整的</a:t>
            </a:r>
            <a:r>
              <a:rPr lang="en-US" altLang="zh-CN"/>
              <a:t> </a:t>
            </a:r>
            <a:r>
              <a:rPr lang="zh-CN" altLang="en-US"/>
              <a:t>多视角点云</a:t>
            </a:r>
            <a:r>
              <a:rPr lang="en-US" altLang="zh-CN"/>
              <a:t> </a:t>
            </a:r>
            <a:r>
              <a:rPr lang="zh-CN" altLang="en-US"/>
              <a:t>数据集。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345" y="1691005"/>
            <a:ext cx="4932680" cy="42075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向编码器输入该</a:t>
            </a:r>
            <a:r>
              <a:rPr lang="en-US" altLang="zh-CN" sz="3200"/>
              <a:t>3D</a:t>
            </a:r>
            <a:r>
              <a:rPr lang="zh-CN" altLang="en-US" sz="3200"/>
              <a:t>模型的两种独立表示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5810" y="1939290"/>
            <a:ext cx="5859145" cy="42398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首先将</a:t>
            </a:r>
            <a:r>
              <a:rPr lang="en-US" altLang="zh-CN"/>
              <a:t>1</a:t>
            </a:r>
            <a:r>
              <a:rPr lang="en-US" altLang="zh-CN">
                <a:sym typeface="+mn-ea"/>
              </a:rPr>
              <a:t>6384</a:t>
            </a:r>
            <a:r>
              <a:rPr lang="zh-CN" altLang="en-US">
                <a:sym typeface="+mn-ea"/>
              </a:rPr>
              <a:t>个点的</a:t>
            </a:r>
            <a:r>
              <a:rPr lang="en-US" altLang="zh-CN">
                <a:sym typeface="+mn-ea"/>
              </a:rPr>
              <a:t>RGB</a:t>
            </a:r>
            <a:r>
              <a:rPr lang="zh-CN" altLang="en-US">
                <a:sym typeface="+mn-ea"/>
              </a:rPr>
              <a:t>点云</a:t>
            </a:r>
            <a:r>
              <a:rPr lang="zh-CN" altLang="en-US"/>
              <a:t>下采样后的</a:t>
            </a:r>
            <a:r>
              <a:rPr lang="en-US" altLang="zh-CN"/>
              <a:t>1K</a:t>
            </a:r>
            <a:r>
              <a:rPr lang="zh-CN" altLang="en-US"/>
              <a:t>点云嵌入，与预定义的学习型输入嵌入拼接，形成初始查询序列；再通过与点云、多视图图像的交叉注意力更新，最终得到</a:t>
            </a:r>
            <a:r>
              <a:rPr lang="en-US" altLang="zh-CN"/>
              <a:t> Transformer Q</a:t>
            </a:r>
            <a:r>
              <a:rPr lang="zh-CN" altLang="en-US"/>
              <a:t>向量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最终更新后的</a:t>
            </a:r>
            <a:r>
              <a:rPr lang="en-US" altLang="zh-CN"/>
              <a:t>Q</a:t>
            </a:r>
            <a:r>
              <a:rPr lang="zh-CN" altLang="en-US"/>
              <a:t>经</a:t>
            </a:r>
            <a:r>
              <a:rPr lang="en-US" altLang="zh-CN"/>
              <a:t>Transformer</a:t>
            </a:r>
            <a:r>
              <a:rPr lang="zh-CN" altLang="en-US"/>
              <a:t>处理后，生成</a:t>
            </a:r>
            <a:r>
              <a:rPr lang="en-US" altLang="zh-CN"/>
              <a:t>latent </a:t>
            </a:r>
            <a:r>
              <a:rPr lang="zh-CN" altLang="en-US"/>
              <a:t>向量，再投影为</a:t>
            </a:r>
            <a:r>
              <a:rPr lang="en-US" altLang="zh-CN"/>
              <a:t>MLP</a:t>
            </a:r>
            <a:r>
              <a:rPr lang="zh-CN" altLang="en-US"/>
              <a:t>参数，完成</a:t>
            </a:r>
            <a:r>
              <a:rPr lang="en-US" altLang="zh-CN"/>
              <a:t>3D</a:t>
            </a:r>
            <a:r>
              <a:rPr lang="zh-CN" altLang="en-US"/>
              <a:t>隐式函数的编码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Transformer</a:t>
            </a:r>
            <a:r>
              <a:rPr lang="zh-CN" altLang="en-US"/>
              <a:t>通过两次交叉注意力操作更新</a:t>
            </a:r>
            <a:r>
              <a:rPr lang="en-US" altLang="zh-CN"/>
              <a:t>Q</a:t>
            </a:r>
            <a:r>
              <a:rPr lang="zh-CN" altLang="en-US"/>
              <a:t>，第一次关联点云的</a:t>
            </a:r>
            <a:r>
              <a:rPr lang="en-US" altLang="zh-CN"/>
              <a:t> K/V</a:t>
            </a:r>
            <a:r>
              <a:rPr lang="zh-CN" altLang="en-US"/>
              <a:t>，第二次关联多视图图像的</a:t>
            </a:r>
            <a:r>
              <a:rPr lang="en-US" altLang="zh-CN"/>
              <a:t>K/V</a:t>
            </a:r>
            <a:r>
              <a:rPr lang="zh-CN" altLang="en-US"/>
              <a:t>，实现多模态特征融合。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7345" y="1691005"/>
            <a:ext cx="4932680" cy="42075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Point-E</a:t>
            </a:r>
            <a:r>
              <a:rPr lang="zh-CN" altLang="en-US">
                <a:sym typeface="+mn-ea"/>
              </a:rPr>
              <a:t>推理</a:t>
            </a:r>
            <a:r>
              <a:rPr lang="zh-CN" altLang="en-US">
                <a:sym typeface="+mn-ea"/>
              </a:rPr>
              <a:t>效果效果</a:t>
            </a:r>
            <a:endParaRPr lang="zh-CN" altLang="en-US"/>
          </a:p>
        </p:txBody>
      </p:sp>
      <p:pic>
        <p:nvPicPr>
          <p:cNvPr id="4" name="图片 3" descr="_cgi-bin_mmwebwx-bin_webwxgetmsgimg__&amp;MsgID=7508018703245779514&amp;skey=@crypt_623567ca_43f535ee3215b4d194245e9681c2ddff&amp;mmweb_appid=wx_webfilehel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80" y="1012190"/>
            <a:ext cx="4311015" cy="43345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92680" y="510603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图像生成点云</a:t>
            </a:r>
            <a:endParaRPr lang="zh-CN" altLang="en-US" sz="2800"/>
          </a:p>
        </p:txBody>
      </p:sp>
      <p:pic>
        <p:nvPicPr>
          <p:cNvPr id="10" name="图片 9" descr="_cgi-bin_mmwebwx-bin_webwxgetmsgimg__&amp;MsgID=2757329820205714463&amp;skey=@crypt_623567ca_43f535ee3215b4d194245e9681c2ddff&amp;mmweb_appid=wx_webfilehel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955" y="1736090"/>
            <a:ext cx="2680335" cy="26803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Point-E</a:t>
            </a:r>
            <a:r>
              <a:rPr lang="zh-CN" altLang="en-US">
                <a:sym typeface="+mn-ea"/>
              </a:rPr>
              <a:t>文本生成</a:t>
            </a:r>
            <a:r>
              <a:rPr lang="zh-CN" altLang="en-US">
                <a:sym typeface="+mn-ea"/>
              </a:rPr>
              <a:t>点云推理</a:t>
            </a:r>
            <a:r>
              <a:rPr lang="zh-CN" altLang="en-US">
                <a:sym typeface="+mn-ea"/>
              </a:rPr>
              <a:t>效果</a:t>
            </a:r>
            <a:endParaRPr lang="zh-CN" altLang="en-US"/>
          </a:p>
        </p:txBody>
      </p:sp>
      <p:pic>
        <p:nvPicPr>
          <p:cNvPr id="7" name="内容占位符 6" descr="_cgi-bin_mmwebwx-bin_webwxgetmsgimg__&amp;MsgID=5006344114330082015&amp;skey=@crypt_623567ca_43f535ee3215b4d194245e9681c2ddff&amp;mmweb_appid=wx_webfilehelper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05230" y="1640840"/>
            <a:ext cx="5290820" cy="43059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04405" y="37014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输入文本为：</a:t>
            </a:r>
            <a:r>
              <a:rPr lang="en-US" altLang="zh-CN"/>
              <a:t>a red </a:t>
            </a:r>
            <a:r>
              <a:rPr lang="en-US" altLang="zh-CN"/>
              <a:t>motorcycle</a:t>
            </a: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Point-E</a:t>
            </a:r>
            <a:r>
              <a:rPr lang="zh-CN" altLang="en-US">
                <a:sym typeface="+mn-ea"/>
              </a:rPr>
              <a:t>可以实现点云转</a:t>
            </a:r>
            <a:r>
              <a:rPr lang="zh-CN" altLang="en-US">
                <a:sym typeface="+mn-ea"/>
              </a:rPr>
              <a:t>网格</a:t>
            </a:r>
            <a:endParaRPr lang="zh-CN" altLang="en-US">
              <a:sym typeface="+mn-ea"/>
            </a:endParaRPr>
          </a:p>
        </p:txBody>
      </p:sp>
      <p:pic>
        <p:nvPicPr>
          <p:cNvPr id="6" name="图片 5" descr="_cgi-bin_mmwebwx-bin_webwxgetmsgimg__&amp;MsgID=7293267862169136922&amp;skey=@crypt_623567ca_43f535ee3215b4d194245e9681c2ddff&amp;mmweb_appid=wx_webfilehelp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570" y="1635760"/>
            <a:ext cx="3421380" cy="3421380"/>
          </a:xfrm>
          <a:prstGeom prst="rect">
            <a:avLst/>
          </a:prstGeom>
        </p:spPr>
      </p:pic>
      <p:pic>
        <p:nvPicPr>
          <p:cNvPr id="11" name="图片 10" descr="_cgi-bin_mmwebwx-bin_webwxgetmsgimg__&amp;MsgID=5384529509866227469&amp;skey=@crypt_623567ca_43f535ee3215b4d194245e9681c2ddff&amp;mmweb_appid=wx_webfilehel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115" y="1989455"/>
            <a:ext cx="3085465" cy="306768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点云扩散模型架构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5510" y="1907540"/>
            <a:ext cx="4853305" cy="3253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8815" y="1907540"/>
            <a:ext cx="6156325" cy="5565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从图像特征、时间步</a:t>
            </a:r>
            <a:r>
              <a:rPr lang="en-US" altLang="zh-CN"/>
              <a:t>t</a:t>
            </a:r>
            <a:r>
              <a:rPr lang="zh-CN" altLang="en-US">
                <a:sym typeface="+mn-ea"/>
              </a:rPr>
              <a:t>、带噪点云</a:t>
            </a:r>
            <a:r>
              <a:rPr lang="en-US" altLang="zh-CN">
                <a:sym typeface="+mn-ea"/>
              </a:rPr>
              <a:t>Xt</a:t>
            </a:r>
            <a:r>
              <a:rPr lang="zh-CN" altLang="en-US"/>
              <a:t>中预测样本</a:t>
            </a:r>
            <a:r>
              <a:rPr lang="en-US" altLang="zh-CN"/>
              <a:t>xt</a:t>
            </a:r>
            <a:r>
              <a:rPr lang="zh-CN" altLang="en-US"/>
              <a:t>中的有效噪声</a:t>
            </a:r>
            <a:r>
              <a:rPr lang="zh-CN" altLang="en-US"/>
              <a:t>（</a:t>
            </a:r>
            <a:r>
              <a:rPr lang="en-US" altLang="en-US"/>
              <a:t>ϵ</a:t>
            </a:r>
            <a:r>
              <a:rPr lang="zh-CN" altLang="en-US"/>
              <a:t>）和方差（</a:t>
            </a:r>
            <a:r>
              <a:rPr lang="en-US" altLang="zh-CN"/>
              <a:t>Σ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将点云表示为</a:t>
            </a:r>
            <a:r>
              <a:rPr lang="en-US" altLang="zh-CN"/>
              <a:t>K</a:t>
            </a:r>
            <a:r>
              <a:rPr lang="en-US" altLang="en-US"/>
              <a:t>×</a:t>
            </a:r>
            <a:r>
              <a:rPr lang="en-US" altLang="zh-CN"/>
              <a:t> 6</a:t>
            </a:r>
            <a:r>
              <a:rPr lang="zh-CN" altLang="en-US"/>
              <a:t>维度的张量，其中</a:t>
            </a:r>
            <a:r>
              <a:rPr lang="en-US" altLang="zh-CN"/>
              <a:t>K</a:t>
            </a:r>
            <a:r>
              <a:rPr lang="zh-CN" altLang="en-US"/>
              <a:t>代表点云数量，内维度包含（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en-US" altLang="zh-CN"/>
              <a:t>z</a:t>
            </a:r>
            <a:r>
              <a:rPr lang="zh-CN" altLang="en-US"/>
              <a:t>）坐标和（</a:t>
            </a:r>
            <a:r>
              <a:rPr lang="en-US" altLang="zh-CN"/>
              <a:t>R</a:t>
            </a:r>
            <a:r>
              <a:rPr lang="zh-CN" altLang="en-US"/>
              <a:t>，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）颜色值。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K</a:t>
            </a:r>
            <a:r>
              <a:rPr lang="en-US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 6</a:t>
            </a:r>
            <a:r>
              <a:rPr lang="zh-CN" altLang="en-US">
                <a:sym typeface="+mn-ea"/>
              </a:rPr>
              <a:t>维度的随机噪声出发，通过扩散过程直接生成这些张量，并逐步去除噪声。</a:t>
            </a:r>
            <a:r>
              <a:rPr lang="zh-CN" altLang="en-US"/>
              <a:t>作为输入上下文，通过线性层处理点云中的每个点，输出维度为</a:t>
            </a:r>
            <a:r>
              <a:rPr lang="en-US" altLang="zh-CN"/>
              <a:t>D</a:t>
            </a:r>
            <a:r>
              <a:rPr lang="zh-CN" altLang="en-US"/>
              <a:t>，获得</a:t>
            </a:r>
            <a:r>
              <a:rPr lang="en-US" altLang="zh-CN"/>
              <a:t>K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的输入张量。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点云扩散模型架构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5510" y="1907540"/>
            <a:ext cx="4853305" cy="3253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8815" y="1610995"/>
            <a:ext cx="6166485" cy="2832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/>
              <a:t>从该</a:t>
            </a:r>
            <a:r>
              <a:rPr lang="en-US" altLang="zh-CN"/>
              <a:t>CLIP</a:t>
            </a:r>
            <a:r>
              <a:rPr lang="zh-CN" altLang="en-US"/>
              <a:t>模型（维度为</a:t>
            </a:r>
            <a:r>
              <a:rPr lang="en-US" altLang="zh-CN"/>
              <a:t>256 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）的末层嵌入向量中提取特征，将其线性投影到另一个</a:t>
            </a:r>
            <a:r>
              <a:rPr lang="en-US" altLang="zh-CN"/>
              <a:t>256 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的张量空间后，再与</a:t>
            </a:r>
            <a:r>
              <a:rPr lang="en-US" altLang="zh-CN"/>
              <a:t>Transformer</a:t>
            </a:r>
            <a:r>
              <a:rPr lang="zh-CN" altLang="en-US"/>
              <a:t>上下文进行拼接。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模型的最终输入上下文是形状（</a:t>
            </a:r>
            <a:r>
              <a:rPr lang="en-US" altLang="zh-CN"/>
              <a:t>K+257</a:t>
            </a:r>
            <a:r>
              <a:rPr lang="zh-CN" altLang="en-US"/>
              <a:t>）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。为了获得长度为</a:t>
            </a:r>
            <a:r>
              <a:rPr lang="en-US" altLang="zh-CN"/>
              <a:t>K</a:t>
            </a:r>
            <a:r>
              <a:rPr lang="zh-CN" altLang="en-US"/>
              <a:t>的最终输出序列，取输出的最后</a:t>
            </a:r>
            <a:r>
              <a:rPr lang="en-US" altLang="zh-CN"/>
              <a:t>K</a:t>
            </a:r>
            <a:r>
              <a:rPr lang="zh-CN" altLang="en-US"/>
              <a:t>个标记，并将其投影以获得</a:t>
            </a:r>
            <a:r>
              <a:rPr lang="en-US" altLang="zh-CN"/>
              <a:t>K</a:t>
            </a:r>
            <a:r>
              <a:rPr lang="zh-CN" altLang="en-US"/>
              <a:t>个输入点的</a:t>
            </a:r>
            <a:r>
              <a:rPr lang="en-US" altLang="en-US">
                <a:sym typeface="+mn-ea"/>
              </a:rPr>
              <a:t>ϵ</a:t>
            </a:r>
            <a:r>
              <a:rPr lang="zh-CN" altLang="en-US"/>
              <a:t>和</a:t>
            </a:r>
            <a:r>
              <a:rPr lang="en-US" altLang="zh-CN"/>
              <a:t> Σ </a:t>
            </a:r>
            <a:r>
              <a:rPr lang="zh-CN" altLang="en-US"/>
              <a:t>预测。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930</Words>
  <Application>WPS 演示</Application>
  <PresentationFormat>宽屏</PresentationFormat>
  <Paragraphs>44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12.12</vt:lpstr>
      <vt:lpstr>Shap-E文本生成mesh效果</vt:lpstr>
      <vt:lpstr>Shap-E单图生成mesh效果</vt:lpstr>
      <vt:lpstr>向编码器输入该3D模型的两种独立表示</vt:lpstr>
      <vt:lpstr>向编码器输入该3D模型的两种独立表示</vt:lpstr>
      <vt:lpstr>Point-E推理效果效果</vt:lpstr>
      <vt:lpstr>Point-E文本生成点云推理效果</vt:lpstr>
      <vt:lpstr>Point-E可以实现点云转网格</vt:lpstr>
      <vt:lpstr>点云扩散模型架构</vt:lpstr>
      <vt:lpstr>点云扩散模型架构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老水</cp:lastModifiedBy>
  <cp:revision>159</cp:revision>
  <dcterms:created xsi:type="dcterms:W3CDTF">2019-06-19T02:08:00Z</dcterms:created>
  <dcterms:modified xsi:type="dcterms:W3CDTF">2025-12-12T02:53:32Z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178F1E546269461282A71D7C4AB44755_11</vt:lpwstr>
  </property>
</Properties>
</file>